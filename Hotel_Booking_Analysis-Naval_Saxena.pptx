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17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44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75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23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484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110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73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85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4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49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302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44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85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844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369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650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93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5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Hotel Booking &amp; Cancellation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Naval </a:t>
            </a:r>
            <a:r>
              <a:rPr dirty="0"/>
              <a:t>Saxena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hotel booking data to understand booking behavior and cancellation patterns</a:t>
            </a:r>
          </a:p>
          <a:p>
            <a:r>
              <a:t>Identify channel and customer segments causing revenue leakage</a:t>
            </a:r>
          </a:p>
          <a:p>
            <a:r>
              <a:t>Provide data-backed recommendations to reduce cancellations and improve profitability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30,000 hotel booking transactions from an online travel platform</a:t>
            </a:r>
          </a:p>
          <a:p>
            <a:r>
              <a:t>Key dimensions: booking channel, room type, star rating, stay type</a:t>
            </a:r>
          </a:p>
          <a:p>
            <a:r>
              <a:t>Key metrics: booking value, markup, refund amount, cancellation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Channel-wise Cancellation Analysis</a:t>
            </a:r>
          </a:p>
        </p:txBody>
      </p:sp>
      <p:pic>
        <p:nvPicPr>
          <p:cNvPr id="3" name="Picture 2" descr="channel_can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723" y="1959412"/>
            <a:ext cx="6468553" cy="307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04969" y="4974089"/>
            <a:ext cx="55079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Online channels show higher cancellation rates</a:t>
            </a:r>
          </a:p>
          <a:p>
            <a:r>
              <a:rPr dirty="0"/>
              <a:t>Agent-assisted channels are more reliable</a:t>
            </a:r>
          </a:p>
          <a:p>
            <a:r>
              <a:rPr dirty="0"/>
              <a:t>Channel quality matters more than volume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7AB59-555D-CF14-40DE-E410BC642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Bookings by booking channel</a:t>
            </a:r>
            <a:br>
              <a:rPr lang="en-IN" b="1" dirty="0"/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2764B5-43C4-2714-0A6A-CC1B276CA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068" y="1881702"/>
            <a:ext cx="5863468" cy="3092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672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765FA-3947-ACD0-786D-6C45DA70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Revenue by room type (using </a:t>
            </a:r>
            <a:r>
              <a:rPr lang="en-US" b="1" dirty="0" err="1"/>
              <a:t>selling_price</a:t>
            </a:r>
            <a:r>
              <a:rPr lang="en-US" b="1" dirty="0"/>
              <a:t>)</a:t>
            </a:r>
            <a:br>
              <a:rPr lang="en-US" b="1" dirty="0"/>
            </a:b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8571894-92CA-69D3-6A40-2D5B7011D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489" y="1991075"/>
            <a:ext cx="6535022" cy="331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43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Refund Behavior by Stay Type</a:t>
            </a:r>
          </a:p>
        </p:txBody>
      </p:sp>
      <p:pic>
        <p:nvPicPr>
          <p:cNvPr id="3" name="Picture 2" descr="stay_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700" y="1990002"/>
            <a:ext cx="6213836" cy="29762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2807" y="5092700"/>
            <a:ext cx="52179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Leisure stays have higher refund probability</a:t>
            </a:r>
          </a:p>
          <a:p>
            <a:r>
              <a:rPr dirty="0"/>
              <a:t>Business stays are more predictable</a:t>
            </a:r>
          </a:p>
          <a:p>
            <a:r>
              <a:rPr dirty="0"/>
              <a:t>Travel purpose impacts booking reliability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Profitability Analysis</a:t>
            </a:r>
          </a:p>
        </p:txBody>
      </p:sp>
      <p:pic>
        <p:nvPicPr>
          <p:cNvPr id="3" name="Picture 2" descr="ne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182" y="2046914"/>
            <a:ext cx="6258189" cy="29697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38525" y="5276850"/>
            <a:ext cx="59370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High-volume channels do not always yield high profit</a:t>
            </a:r>
          </a:p>
          <a:p>
            <a:r>
              <a:rPr dirty="0"/>
              <a:t>Refunds significantly reduce net revenue</a:t>
            </a:r>
          </a:p>
          <a:p>
            <a:r>
              <a:rPr dirty="0"/>
              <a:t>Reliable channels drive stable margins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 partial refunds and stricter cancellation windows</a:t>
            </a:r>
          </a:p>
          <a:p>
            <a:r>
              <a:t>Reduce discounts on high-refund booking channels</a:t>
            </a:r>
          </a:p>
          <a:p>
            <a:r>
              <a:t>Promote agent-assisted and repeat bookings</a:t>
            </a:r>
          </a:p>
          <a:p>
            <a:r>
              <a:t>Upsell premium rooms and higher star properties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12–18% reduction in cancellation rates</a:t>
            </a:r>
          </a:p>
          <a:p>
            <a:r>
              <a:t>Lower refund-related revenue leakage</a:t>
            </a:r>
          </a:p>
          <a:p>
            <a:r>
              <a:t>Improved net revenue and booking reliability</a:t>
            </a:r>
          </a:p>
          <a:p>
            <a:r>
              <a:t>Stronger agent–hotel trust on TravClan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1275127"/>
            <a:ext cx="6798734" cy="1107346"/>
          </a:xfrm>
        </p:spPr>
        <p:txBody>
          <a:bodyPr>
            <a:normAutofit/>
          </a:bodyPr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952" y="2466363"/>
            <a:ext cx="7952764" cy="3468770"/>
          </a:xfrm>
        </p:spPr>
        <p:txBody>
          <a:bodyPr/>
          <a:lstStyle/>
          <a:p>
            <a:r>
              <a:rPr lang="en-US" dirty="0"/>
              <a:t>Bookings are often cancelled because of the booking channel and the travel purpose. Online and leisure bookings get cancelled more often than agent or business bookings.</a:t>
            </a:r>
          </a:p>
          <a:p>
            <a:r>
              <a:rPr lang="en-US" dirty="0"/>
              <a:t>Some channels give many bookings but also cause more refunds, while other channels are more stable and profitable.</a:t>
            </a:r>
          </a:p>
          <a:p>
            <a:r>
              <a:rPr lang="en-US" dirty="0"/>
              <a:t>By focusing on better channels, improving cancellation rules, and encouraging repeat bookings, the company can reduce cancellations and earn more profit.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106</TotalTime>
  <Words>280</Words>
  <Application>Microsoft Office PowerPoint</Application>
  <PresentationFormat>On-screen Show (4:3)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Garamond</vt:lpstr>
      <vt:lpstr>Organic</vt:lpstr>
      <vt:lpstr>Hotel Booking &amp; Cancellation Analysis</vt:lpstr>
      <vt:lpstr>Business Objective</vt:lpstr>
      <vt:lpstr>Dataset Overview</vt:lpstr>
      <vt:lpstr>Channel-wise Cancellation Analysis</vt:lpstr>
      <vt:lpstr>Bookings by booking channel </vt:lpstr>
      <vt:lpstr>Revenue by room type (using selling_price) </vt:lpstr>
      <vt:lpstr>Refund Behavior by Stay Type</vt:lpstr>
      <vt:lpstr>Profitability Analysis</vt:lpstr>
      <vt:lpstr>Business Recommendations</vt:lpstr>
      <vt:lpstr>Expected 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Naval Saxena</dc:creator>
  <cp:keywords/>
  <dc:description>generated using python-pptx</dc:description>
  <cp:lastModifiedBy>Naval Saxena</cp:lastModifiedBy>
  <cp:revision>5</cp:revision>
  <dcterms:created xsi:type="dcterms:W3CDTF">2013-01-27T09:14:16Z</dcterms:created>
  <dcterms:modified xsi:type="dcterms:W3CDTF">2026-01-06T21:05:53Z</dcterms:modified>
  <cp:category/>
</cp:coreProperties>
</file>